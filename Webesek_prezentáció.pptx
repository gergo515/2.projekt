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9" r:id="rId3"/>
    <p:sldId id="263" r:id="rId4"/>
    <p:sldId id="257" r:id="rId5"/>
    <p:sldId id="260" r:id="rId6"/>
    <p:sldId id="261" r:id="rId7"/>
    <p:sldId id="266" r:id="rId8"/>
    <p:sldId id="267" r:id="rId9"/>
    <p:sldId id="26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2E9678-104E-4583-9EA6-DCEDD63045C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D296144-116A-4EAF-B9A1-38AB2311A0AC}">
      <dgm:prSet custT="1"/>
      <dgm:spPr/>
      <dgm:t>
        <a:bodyPr/>
        <a:lstStyle/>
        <a:p>
          <a:r>
            <a:rPr lang="en-US" sz="2400" dirty="0" err="1"/>
            <a:t>Szenzorokkal</a:t>
          </a:r>
          <a:r>
            <a:rPr lang="en-US" sz="2400" dirty="0"/>
            <a:t> </a:t>
          </a:r>
          <a:r>
            <a:rPr lang="en-US" sz="2400" dirty="0" err="1"/>
            <a:t>működik</a:t>
          </a:r>
          <a:endParaRPr lang="en-US" sz="2400" dirty="0"/>
        </a:p>
      </dgm:t>
    </dgm:pt>
    <dgm:pt modelId="{70DA5ECF-378D-4C9C-B68E-DB77E86DBE42}" type="parTrans" cxnId="{A2A6E967-4838-42E3-AA5E-D71DB6303124}">
      <dgm:prSet/>
      <dgm:spPr/>
      <dgm:t>
        <a:bodyPr/>
        <a:lstStyle/>
        <a:p>
          <a:endParaRPr lang="en-US"/>
        </a:p>
      </dgm:t>
    </dgm:pt>
    <dgm:pt modelId="{8FB02AB7-84FC-4B73-9C42-71F4EF0F8877}" type="sibTrans" cxnId="{A2A6E967-4838-42E3-AA5E-D71DB6303124}">
      <dgm:prSet/>
      <dgm:spPr/>
      <dgm:t>
        <a:bodyPr/>
        <a:lstStyle/>
        <a:p>
          <a:endParaRPr lang="en-US"/>
        </a:p>
      </dgm:t>
    </dgm:pt>
    <dgm:pt modelId="{0108A80F-0B2C-408B-A933-EAF351660936}">
      <dgm:prSet custT="1"/>
      <dgm:spPr/>
      <dgm:t>
        <a:bodyPr/>
        <a:lstStyle/>
        <a:p>
          <a:r>
            <a:rPr lang="en-US" sz="2400" dirty="0" err="1"/>
            <a:t>Figyeli</a:t>
          </a:r>
          <a:r>
            <a:rPr lang="en-US" sz="2400" dirty="0"/>
            <a:t> </a:t>
          </a:r>
          <a:r>
            <a:rPr lang="en-US" sz="2400" dirty="0" err="1"/>
            <a:t>az</a:t>
          </a:r>
          <a:r>
            <a:rPr lang="en-US" sz="2400" dirty="0"/>
            <a:t> </a:t>
          </a:r>
          <a:r>
            <a:rPr lang="en-US" sz="2400" dirty="0" err="1"/>
            <a:t>alvást</a:t>
          </a:r>
          <a:endParaRPr lang="en-US" sz="2400" dirty="0"/>
        </a:p>
      </dgm:t>
    </dgm:pt>
    <dgm:pt modelId="{8DE75EFC-CC3D-48DA-B2E0-FF0D9D07F310}" type="parTrans" cxnId="{0B6FF77E-3B43-4981-8370-54923F969AE5}">
      <dgm:prSet/>
      <dgm:spPr/>
      <dgm:t>
        <a:bodyPr/>
        <a:lstStyle/>
        <a:p>
          <a:endParaRPr lang="en-US"/>
        </a:p>
      </dgm:t>
    </dgm:pt>
    <dgm:pt modelId="{C5431745-5F8F-4E5F-8627-A9F718EB91BA}" type="sibTrans" cxnId="{0B6FF77E-3B43-4981-8370-54923F969AE5}">
      <dgm:prSet/>
      <dgm:spPr/>
      <dgm:t>
        <a:bodyPr/>
        <a:lstStyle/>
        <a:p>
          <a:endParaRPr lang="en-US"/>
        </a:p>
      </dgm:t>
    </dgm:pt>
    <dgm:pt modelId="{BADF6365-4DF0-468C-8DAB-48CC71DB1DF7}">
      <dgm:prSet custT="1"/>
      <dgm:spPr/>
      <dgm:t>
        <a:bodyPr/>
        <a:lstStyle/>
        <a:p>
          <a:r>
            <a:rPr lang="en-US" sz="2400" dirty="0"/>
            <a:t>Mobil </a:t>
          </a:r>
          <a:r>
            <a:rPr lang="en-US" sz="2400" dirty="0" err="1"/>
            <a:t>applikációval</a:t>
          </a:r>
          <a:r>
            <a:rPr lang="en-US" sz="2400" dirty="0"/>
            <a:t> </a:t>
          </a:r>
          <a:r>
            <a:rPr lang="en-US" sz="2400" dirty="0" err="1"/>
            <a:t>használható</a:t>
          </a:r>
          <a:endParaRPr lang="en-US" sz="2400" dirty="0"/>
        </a:p>
      </dgm:t>
    </dgm:pt>
    <dgm:pt modelId="{1D1B223C-7096-41BB-86F9-7FB1B82C6631}" type="parTrans" cxnId="{209127A5-CDBD-4E84-98E6-82F3AC86F59C}">
      <dgm:prSet/>
      <dgm:spPr/>
      <dgm:t>
        <a:bodyPr/>
        <a:lstStyle/>
        <a:p>
          <a:endParaRPr lang="en-US"/>
        </a:p>
      </dgm:t>
    </dgm:pt>
    <dgm:pt modelId="{89DB16EB-D5A0-4F08-A7B0-96E33055AF9E}" type="sibTrans" cxnId="{209127A5-CDBD-4E84-98E6-82F3AC86F59C}">
      <dgm:prSet/>
      <dgm:spPr/>
      <dgm:t>
        <a:bodyPr/>
        <a:lstStyle/>
        <a:p>
          <a:endParaRPr lang="en-US"/>
        </a:p>
      </dgm:t>
    </dgm:pt>
    <dgm:pt modelId="{14F00FCE-5603-4846-99FA-7CAC3EF75B70}" type="pres">
      <dgm:prSet presAssocID="{112E9678-104E-4583-9EA6-DCEDD63045C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47D21DC-FBCF-4DF1-AD69-0645E64A714F}" type="pres">
      <dgm:prSet presAssocID="{DD296144-116A-4EAF-B9A1-38AB2311A0AC}" presName="hierRoot1" presStyleCnt="0"/>
      <dgm:spPr/>
    </dgm:pt>
    <dgm:pt modelId="{FAFF8709-BCBA-43EE-B79F-645CD1C6DBFD}" type="pres">
      <dgm:prSet presAssocID="{DD296144-116A-4EAF-B9A1-38AB2311A0AC}" presName="composite" presStyleCnt="0"/>
      <dgm:spPr/>
    </dgm:pt>
    <dgm:pt modelId="{A37C5F44-1AC3-4BDE-ACC2-10A750B970E9}" type="pres">
      <dgm:prSet presAssocID="{DD296144-116A-4EAF-B9A1-38AB2311A0AC}" presName="background" presStyleLbl="node0" presStyleIdx="0" presStyleCnt="3"/>
      <dgm:spPr/>
    </dgm:pt>
    <dgm:pt modelId="{E499A53F-CE80-4755-B518-1CB841739981}" type="pres">
      <dgm:prSet presAssocID="{DD296144-116A-4EAF-B9A1-38AB2311A0AC}" presName="text" presStyleLbl="fgAcc0" presStyleIdx="0" presStyleCnt="3">
        <dgm:presLayoutVars>
          <dgm:chPref val="3"/>
        </dgm:presLayoutVars>
      </dgm:prSet>
      <dgm:spPr/>
    </dgm:pt>
    <dgm:pt modelId="{1F756D24-240C-4F5B-BDB7-A45B29079789}" type="pres">
      <dgm:prSet presAssocID="{DD296144-116A-4EAF-B9A1-38AB2311A0AC}" presName="hierChild2" presStyleCnt="0"/>
      <dgm:spPr/>
    </dgm:pt>
    <dgm:pt modelId="{8F55B878-87EE-4377-83AA-E6305B400BE8}" type="pres">
      <dgm:prSet presAssocID="{0108A80F-0B2C-408B-A933-EAF351660936}" presName="hierRoot1" presStyleCnt="0"/>
      <dgm:spPr/>
    </dgm:pt>
    <dgm:pt modelId="{94AECADA-17C3-4C71-8529-65C008E396AC}" type="pres">
      <dgm:prSet presAssocID="{0108A80F-0B2C-408B-A933-EAF351660936}" presName="composite" presStyleCnt="0"/>
      <dgm:spPr/>
    </dgm:pt>
    <dgm:pt modelId="{6BA6C38F-3D20-498D-A245-4E1029824639}" type="pres">
      <dgm:prSet presAssocID="{0108A80F-0B2C-408B-A933-EAF351660936}" presName="background" presStyleLbl="node0" presStyleIdx="1" presStyleCnt="3"/>
      <dgm:spPr/>
    </dgm:pt>
    <dgm:pt modelId="{CFD6E248-7326-4DEC-86CE-5ABA6AB1795A}" type="pres">
      <dgm:prSet presAssocID="{0108A80F-0B2C-408B-A933-EAF351660936}" presName="text" presStyleLbl="fgAcc0" presStyleIdx="1" presStyleCnt="3">
        <dgm:presLayoutVars>
          <dgm:chPref val="3"/>
        </dgm:presLayoutVars>
      </dgm:prSet>
      <dgm:spPr/>
    </dgm:pt>
    <dgm:pt modelId="{B0F7A56E-C80D-4E5B-B888-7262311C49C7}" type="pres">
      <dgm:prSet presAssocID="{0108A80F-0B2C-408B-A933-EAF351660936}" presName="hierChild2" presStyleCnt="0"/>
      <dgm:spPr/>
    </dgm:pt>
    <dgm:pt modelId="{0D6A00C2-C57B-4651-AD68-99375EA69F93}" type="pres">
      <dgm:prSet presAssocID="{BADF6365-4DF0-468C-8DAB-48CC71DB1DF7}" presName="hierRoot1" presStyleCnt="0"/>
      <dgm:spPr/>
    </dgm:pt>
    <dgm:pt modelId="{D7472B17-EE84-47E2-A83A-6D1C0936ED37}" type="pres">
      <dgm:prSet presAssocID="{BADF6365-4DF0-468C-8DAB-48CC71DB1DF7}" presName="composite" presStyleCnt="0"/>
      <dgm:spPr/>
    </dgm:pt>
    <dgm:pt modelId="{5BB0E6C4-6141-48D8-8236-2EFFDF0D9C96}" type="pres">
      <dgm:prSet presAssocID="{BADF6365-4DF0-468C-8DAB-48CC71DB1DF7}" presName="background" presStyleLbl="node0" presStyleIdx="2" presStyleCnt="3"/>
      <dgm:spPr/>
    </dgm:pt>
    <dgm:pt modelId="{AA345B92-458A-47F5-889F-51D79943F416}" type="pres">
      <dgm:prSet presAssocID="{BADF6365-4DF0-468C-8DAB-48CC71DB1DF7}" presName="text" presStyleLbl="fgAcc0" presStyleIdx="2" presStyleCnt="3">
        <dgm:presLayoutVars>
          <dgm:chPref val="3"/>
        </dgm:presLayoutVars>
      </dgm:prSet>
      <dgm:spPr/>
    </dgm:pt>
    <dgm:pt modelId="{0B5B27B6-1C71-4BB5-8124-BCFD764E5910}" type="pres">
      <dgm:prSet presAssocID="{BADF6365-4DF0-468C-8DAB-48CC71DB1DF7}" presName="hierChild2" presStyleCnt="0"/>
      <dgm:spPr/>
    </dgm:pt>
  </dgm:ptLst>
  <dgm:cxnLst>
    <dgm:cxn modelId="{A2A6E967-4838-42E3-AA5E-D71DB6303124}" srcId="{112E9678-104E-4583-9EA6-DCEDD63045CF}" destId="{DD296144-116A-4EAF-B9A1-38AB2311A0AC}" srcOrd="0" destOrd="0" parTransId="{70DA5ECF-378D-4C9C-B68E-DB77E86DBE42}" sibTransId="{8FB02AB7-84FC-4B73-9C42-71F4EF0F8877}"/>
    <dgm:cxn modelId="{0B6FF77E-3B43-4981-8370-54923F969AE5}" srcId="{112E9678-104E-4583-9EA6-DCEDD63045CF}" destId="{0108A80F-0B2C-408B-A933-EAF351660936}" srcOrd="1" destOrd="0" parTransId="{8DE75EFC-CC3D-48DA-B2E0-FF0D9D07F310}" sibTransId="{C5431745-5F8F-4E5F-8627-A9F718EB91BA}"/>
    <dgm:cxn modelId="{0266F581-0652-47A4-8063-EB2A7F13B480}" type="presOf" srcId="{BADF6365-4DF0-468C-8DAB-48CC71DB1DF7}" destId="{AA345B92-458A-47F5-889F-51D79943F416}" srcOrd="0" destOrd="0" presId="urn:microsoft.com/office/officeart/2005/8/layout/hierarchy1"/>
    <dgm:cxn modelId="{209127A5-CDBD-4E84-98E6-82F3AC86F59C}" srcId="{112E9678-104E-4583-9EA6-DCEDD63045CF}" destId="{BADF6365-4DF0-468C-8DAB-48CC71DB1DF7}" srcOrd="2" destOrd="0" parTransId="{1D1B223C-7096-41BB-86F9-7FB1B82C6631}" sibTransId="{89DB16EB-D5A0-4F08-A7B0-96E33055AF9E}"/>
    <dgm:cxn modelId="{2732FCEE-69FF-4B67-A7D4-5DF73BB332F2}" type="presOf" srcId="{DD296144-116A-4EAF-B9A1-38AB2311A0AC}" destId="{E499A53F-CE80-4755-B518-1CB841739981}" srcOrd="0" destOrd="0" presId="urn:microsoft.com/office/officeart/2005/8/layout/hierarchy1"/>
    <dgm:cxn modelId="{9B2BBAFE-34B1-4517-8469-78302A7DE7BA}" type="presOf" srcId="{112E9678-104E-4583-9EA6-DCEDD63045CF}" destId="{14F00FCE-5603-4846-99FA-7CAC3EF75B70}" srcOrd="0" destOrd="0" presId="urn:microsoft.com/office/officeart/2005/8/layout/hierarchy1"/>
    <dgm:cxn modelId="{F4AD00FF-1152-45DB-8951-70739CBB0103}" type="presOf" srcId="{0108A80F-0B2C-408B-A933-EAF351660936}" destId="{CFD6E248-7326-4DEC-86CE-5ABA6AB1795A}" srcOrd="0" destOrd="0" presId="urn:microsoft.com/office/officeart/2005/8/layout/hierarchy1"/>
    <dgm:cxn modelId="{9EF93A3F-FFF0-48F3-82DE-8291A0187194}" type="presParOf" srcId="{14F00FCE-5603-4846-99FA-7CAC3EF75B70}" destId="{947D21DC-FBCF-4DF1-AD69-0645E64A714F}" srcOrd="0" destOrd="0" presId="urn:microsoft.com/office/officeart/2005/8/layout/hierarchy1"/>
    <dgm:cxn modelId="{E3A867F3-F9CF-4E3C-B94F-39DE3F4BFC53}" type="presParOf" srcId="{947D21DC-FBCF-4DF1-AD69-0645E64A714F}" destId="{FAFF8709-BCBA-43EE-B79F-645CD1C6DBFD}" srcOrd="0" destOrd="0" presId="urn:microsoft.com/office/officeart/2005/8/layout/hierarchy1"/>
    <dgm:cxn modelId="{02AC6917-2864-4D94-BFA6-BD6913FEEB31}" type="presParOf" srcId="{FAFF8709-BCBA-43EE-B79F-645CD1C6DBFD}" destId="{A37C5F44-1AC3-4BDE-ACC2-10A750B970E9}" srcOrd="0" destOrd="0" presId="urn:microsoft.com/office/officeart/2005/8/layout/hierarchy1"/>
    <dgm:cxn modelId="{36514F46-E013-44B3-96EC-8C87930CECD6}" type="presParOf" srcId="{FAFF8709-BCBA-43EE-B79F-645CD1C6DBFD}" destId="{E499A53F-CE80-4755-B518-1CB841739981}" srcOrd="1" destOrd="0" presId="urn:microsoft.com/office/officeart/2005/8/layout/hierarchy1"/>
    <dgm:cxn modelId="{35F70491-1CB5-48DD-850B-81D2CBA34B62}" type="presParOf" srcId="{947D21DC-FBCF-4DF1-AD69-0645E64A714F}" destId="{1F756D24-240C-4F5B-BDB7-A45B29079789}" srcOrd="1" destOrd="0" presId="urn:microsoft.com/office/officeart/2005/8/layout/hierarchy1"/>
    <dgm:cxn modelId="{87A7BE1E-D938-4979-BA33-9818D721F3F4}" type="presParOf" srcId="{14F00FCE-5603-4846-99FA-7CAC3EF75B70}" destId="{8F55B878-87EE-4377-83AA-E6305B400BE8}" srcOrd="1" destOrd="0" presId="urn:microsoft.com/office/officeart/2005/8/layout/hierarchy1"/>
    <dgm:cxn modelId="{40016C3E-0D30-4753-AA7B-572CA6A79DF2}" type="presParOf" srcId="{8F55B878-87EE-4377-83AA-E6305B400BE8}" destId="{94AECADA-17C3-4C71-8529-65C008E396AC}" srcOrd="0" destOrd="0" presId="urn:microsoft.com/office/officeart/2005/8/layout/hierarchy1"/>
    <dgm:cxn modelId="{84768536-94FE-442F-B2BF-D8796EEB24D4}" type="presParOf" srcId="{94AECADA-17C3-4C71-8529-65C008E396AC}" destId="{6BA6C38F-3D20-498D-A245-4E1029824639}" srcOrd="0" destOrd="0" presId="urn:microsoft.com/office/officeart/2005/8/layout/hierarchy1"/>
    <dgm:cxn modelId="{099E67BC-8E53-4C26-979A-ED3C8DEEB5C8}" type="presParOf" srcId="{94AECADA-17C3-4C71-8529-65C008E396AC}" destId="{CFD6E248-7326-4DEC-86CE-5ABA6AB1795A}" srcOrd="1" destOrd="0" presId="urn:microsoft.com/office/officeart/2005/8/layout/hierarchy1"/>
    <dgm:cxn modelId="{824A4564-9A3D-47AB-8E71-D4AE7E949DD2}" type="presParOf" srcId="{8F55B878-87EE-4377-83AA-E6305B400BE8}" destId="{B0F7A56E-C80D-4E5B-B888-7262311C49C7}" srcOrd="1" destOrd="0" presId="urn:microsoft.com/office/officeart/2005/8/layout/hierarchy1"/>
    <dgm:cxn modelId="{F0C2B52A-1CBB-4E42-B2B0-B82B6285F9B2}" type="presParOf" srcId="{14F00FCE-5603-4846-99FA-7CAC3EF75B70}" destId="{0D6A00C2-C57B-4651-AD68-99375EA69F93}" srcOrd="2" destOrd="0" presId="urn:microsoft.com/office/officeart/2005/8/layout/hierarchy1"/>
    <dgm:cxn modelId="{3BA069AE-7F83-4E26-903F-6AB008A27DF9}" type="presParOf" srcId="{0D6A00C2-C57B-4651-AD68-99375EA69F93}" destId="{D7472B17-EE84-47E2-A83A-6D1C0936ED37}" srcOrd="0" destOrd="0" presId="urn:microsoft.com/office/officeart/2005/8/layout/hierarchy1"/>
    <dgm:cxn modelId="{73A8A410-C1BF-4877-93CC-CEDE6E0DD9E5}" type="presParOf" srcId="{D7472B17-EE84-47E2-A83A-6D1C0936ED37}" destId="{5BB0E6C4-6141-48D8-8236-2EFFDF0D9C96}" srcOrd="0" destOrd="0" presId="urn:microsoft.com/office/officeart/2005/8/layout/hierarchy1"/>
    <dgm:cxn modelId="{96699A71-AFB4-4E6D-B776-4F1B07698811}" type="presParOf" srcId="{D7472B17-EE84-47E2-A83A-6D1C0936ED37}" destId="{AA345B92-458A-47F5-889F-51D79943F416}" srcOrd="1" destOrd="0" presId="urn:microsoft.com/office/officeart/2005/8/layout/hierarchy1"/>
    <dgm:cxn modelId="{243A200B-46AF-4C4E-86FE-5B3B540B7535}" type="presParOf" srcId="{0D6A00C2-C57B-4651-AD68-99375EA69F93}" destId="{0B5B27B6-1C71-4BB5-8124-BCFD764E591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9635BB-7A61-4FB1-86C3-EDEAAA0ABA5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B701B4A-379C-4C32-BD70-B71332400B5A}">
      <dgm:prSet custT="1"/>
      <dgm:spPr/>
      <dgm:t>
        <a:bodyPr/>
        <a:lstStyle/>
        <a:p>
          <a:r>
            <a:rPr lang="en-US" sz="2400" dirty="0"/>
            <a:t>A </a:t>
          </a:r>
          <a:r>
            <a:rPr lang="en-US" sz="2400" dirty="0" err="1"/>
            <a:t>weboldal</a:t>
          </a:r>
          <a:r>
            <a:rPr lang="en-US" sz="2400" dirty="0"/>
            <a:t> </a:t>
          </a:r>
          <a:r>
            <a:rPr lang="en-US" sz="2400" dirty="0" err="1"/>
            <a:t>célja</a:t>
          </a:r>
          <a:r>
            <a:rPr lang="en-US" sz="2400" dirty="0"/>
            <a:t> </a:t>
          </a:r>
          <a:r>
            <a:rPr lang="en-US" sz="2400" dirty="0" err="1"/>
            <a:t>az</a:t>
          </a:r>
          <a:r>
            <a:rPr lang="en-US" sz="2400" dirty="0"/>
            <a:t> </a:t>
          </a:r>
          <a:r>
            <a:rPr lang="en-US" sz="2400" dirty="0" err="1"/>
            <a:t>okospárna</a:t>
          </a:r>
          <a:r>
            <a:rPr lang="en-US" sz="2400" dirty="0"/>
            <a:t> </a:t>
          </a:r>
          <a:r>
            <a:rPr lang="en-US" sz="2400" dirty="0" err="1"/>
            <a:t>bemutatása</a:t>
          </a:r>
          <a:endParaRPr lang="en-US" sz="2400" dirty="0"/>
        </a:p>
      </dgm:t>
    </dgm:pt>
    <dgm:pt modelId="{4339E8EC-4277-4C46-B322-62F7B435D313}" type="parTrans" cxnId="{4A8FCA1F-998F-4ADD-857A-01ECC7593EAD}">
      <dgm:prSet/>
      <dgm:spPr/>
      <dgm:t>
        <a:bodyPr/>
        <a:lstStyle/>
        <a:p>
          <a:endParaRPr lang="en-US"/>
        </a:p>
      </dgm:t>
    </dgm:pt>
    <dgm:pt modelId="{416111C5-D88F-43FF-999D-5580EE68FD51}" type="sibTrans" cxnId="{4A8FCA1F-998F-4ADD-857A-01ECC7593EAD}">
      <dgm:prSet/>
      <dgm:spPr/>
      <dgm:t>
        <a:bodyPr/>
        <a:lstStyle/>
        <a:p>
          <a:endParaRPr lang="en-US"/>
        </a:p>
      </dgm:t>
    </dgm:pt>
    <dgm:pt modelId="{ECF8ECBE-9C31-4C6B-805E-FE3926A33C33}">
      <dgm:prSet custT="1"/>
      <dgm:spPr/>
      <dgm:t>
        <a:bodyPr/>
        <a:lstStyle/>
        <a:p>
          <a:r>
            <a:rPr lang="en-US" sz="2400" dirty="0" err="1"/>
            <a:t>Célcsoport</a:t>
          </a:r>
          <a:r>
            <a:rPr lang="en-US" sz="2400" dirty="0"/>
            <a:t>: </a:t>
          </a:r>
          <a:r>
            <a:rPr lang="en-US" sz="2400" dirty="0" err="1"/>
            <a:t>rosszul</a:t>
          </a:r>
          <a:r>
            <a:rPr lang="en-US" sz="2400" dirty="0"/>
            <a:t> </a:t>
          </a:r>
          <a:r>
            <a:rPr lang="en-US" sz="2400" dirty="0" err="1"/>
            <a:t>alvók</a:t>
          </a:r>
          <a:r>
            <a:rPr lang="en-US" sz="2400" dirty="0"/>
            <a:t>, </a:t>
          </a:r>
          <a:r>
            <a:rPr lang="en-US" sz="2400" dirty="0" err="1"/>
            <a:t>stresszes</a:t>
          </a:r>
          <a:r>
            <a:rPr lang="en-US" sz="2400" dirty="0"/>
            <a:t> </a:t>
          </a:r>
          <a:r>
            <a:rPr lang="en-US" sz="2400" dirty="0" err="1"/>
            <a:t>emberek</a:t>
          </a:r>
          <a:endParaRPr lang="en-US" sz="2400" dirty="0"/>
        </a:p>
      </dgm:t>
    </dgm:pt>
    <dgm:pt modelId="{E7F5F8B1-F9B4-4CB1-9F95-BB3A11B3D826}" type="parTrans" cxnId="{B1464417-5A9A-4176-9829-95C614340F38}">
      <dgm:prSet/>
      <dgm:spPr/>
      <dgm:t>
        <a:bodyPr/>
        <a:lstStyle/>
        <a:p>
          <a:endParaRPr lang="en-US"/>
        </a:p>
      </dgm:t>
    </dgm:pt>
    <dgm:pt modelId="{5BC8370E-A349-4548-8BF7-63368EDA27F9}" type="sibTrans" cxnId="{B1464417-5A9A-4176-9829-95C614340F38}">
      <dgm:prSet/>
      <dgm:spPr/>
      <dgm:t>
        <a:bodyPr/>
        <a:lstStyle/>
        <a:p>
          <a:endParaRPr lang="en-US"/>
        </a:p>
      </dgm:t>
    </dgm:pt>
    <dgm:pt modelId="{2808BBFE-405A-44A7-A2AF-686588F0F085}">
      <dgm:prSet custT="1"/>
      <dgm:spPr/>
      <dgm:t>
        <a:bodyPr/>
        <a:lstStyle/>
        <a:p>
          <a:r>
            <a:rPr lang="hu-HU" sz="2400" dirty="0"/>
            <a:t>A termék megrendelésének lehetősége</a:t>
          </a:r>
          <a:endParaRPr lang="en-US" sz="2400" dirty="0"/>
        </a:p>
      </dgm:t>
    </dgm:pt>
    <dgm:pt modelId="{58CF1855-DEAF-4B68-811B-4F19C9C6748E}" type="parTrans" cxnId="{F2C8BBD2-CFEF-4ADE-BA94-0DB40B68681C}">
      <dgm:prSet/>
      <dgm:spPr/>
      <dgm:t>
        <a:bodyPr/>
        <a:lstStyle/>
        <a:p>
          <a:endParaRPr lang="en-US"/>
        </a:p>
      </dgm:t>
    </dgm:pt>
    <dgm:pt modelId="{AFA2D8D3-BB3E-4928-B170-F5A5704DA66F}" type="sibTrans" cxnId="{F2C8BBD2-CFEF-4ADE-BA94-0DB40B68681C}">
      <dgm:prSet/>
      <dgm:spPr/>
      <dgm:t>
        <a:bodyPr/>
        <a:lstStyle/>
        <a:p>
          <a:endParaRPr lang="en-US"/>
        </a:p>
      </dgm:t>
    </dgm:pt>
    <dgm:pt modelId="{D5D7527D-A728-4852-9A09-7E0DB43BE4BC}" type="pres">
      <dgm:prSet presAssocID="{8F9635BB-7A61-4FB1-86C3-EDEAAA0ABA5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DBA88FA-7709-4CB6-8F0E-A33605B42F87}" type="pres">
      <dgm:prSet presAssocID="{FB701B4A-379C-4C32-BD70-B71332400B5A}" presName="hierRoot1" presStyleCnt="0"/>
      <dgm:spPr/>
    </dgm:pt>
    <dgm:pt modelId="{2D04418B-C91C-4D1B-9033-DF791A11B7F2}" type="pres">
      <dgm:prSet presAssocID="{FB701B4A-379C-4C32-BD70-B71332400B5A}" presName="composite" presStyleCnt="0"/>
      <dgm:spPr/>
    </dgm:pt>
    <dgm:pt modelId="{85111A91-8CB5-405A-9227-289CF592459F}" type="pres">
      <dgm:prSet presAssocID="{FB701B4A-379C-4C32-BD70-B71332400B5A}" presName="background" presStyleLbl="node0" presStyleIdx="0" presStyleCnt="3"/>
      <dgm:spPr/>
    </dgm:pt>
    <dgm:pt modelId="{56A8D1AB-F396-43B7-9FF6-0D1D6895B6CA}" type="pres">
      <dgm:prSet presAssocID="{FB701B4A-379C-4C32-BD70-B71332400B5A}" presName="text" presStyleLbl="fgAcc0" presStyleIdx="0" presStyleCnt="3">
        <dgm:presLayoutVars>
          <dgm:chPref val="3"/>
        </dgm:presLayoutVars>
      </dgm:prSet>
      <dgm:spPr/>
    </dgm:pt>
    <dgm:pt modelId="{269FE20D-AAF9-4C2F-98AC-960C004DA6FD}" type="pres">
      <dgm:prSet presAssocID="{FB701B4A-379C-4C32-BD70-B71332400B5A}" presName="hierChild2" presStyleCnt="0"/>
      <dgm:spPr/>
    </dgm:pt>
    <dgm:pt modelId="{896C8657-639E-461D-8998-8F8A34A668D4}" type="pres">
      <dgm:prSet presAssocID="{ECF8ECBE-9C31-4C6B-805E-FE3926A33C33}" presName="hierRoot1" presStyleCnt="0"/>
      <dgm:spPr/>
    </dgm:pt>
    <dgm:pt modelId="{B91DEF4F-08CE-450A-9E7B-0894F83C03AA}" type="pres">
      <dgm:prSet presAssocID="{ECF8ECBE-9C31-4C6B-805E-FE3926A33C33}" presName="composite" presStyleCnt="0"/>
      <dgm:spPr/>
    </dgm:pt>
    <dgm:pt modelId="{CE15E6AC-2DC5-4CE6-9FCF-858F051AEFA5}" type="pres">
      <dgm:prSet presAssocID="{ECF8ECBE-9C31-4C6B-805E-FE3926A33C33}" presName="background" presStyleLbl="node0" presStyleIdx="1" presStyleCnt="3"/>
      <dgm:spPr/>
    </dgm:pt>
    <dgm:pt modelId="{4C1FA04D-70FF-4972-A80B-FF14A09B4B8D}" type="pres">
      <dgm:prSet presAssocID="{ECF8ECBE-9C31-4C6B-805E-FE3926A33C33}" presName="text" presStyleLbl="fgAcc0" presStyleIdx="1" presStyleCnt="3">
        <dgm:presLayoutVars>
          <dgm:chPref val="3"/>
        </dgm:presLayoutVars>
      </dgm:prSet>
      <dgm:spPr/>
    </dgm:pt>
    <dgm:pt modelId="{4F2ED33B-688C-46B1-BD99-C3B2841FE8AF}" type="pres">
      <dgm:prSet presAssocID="{ECF8ECBE-9C31-4C6B-805E-FE3926A33C33}" presName="hierChild2" presStyleCnt="0"/>
      <dgm:spPr/>
    </dgm:pt>
    <dgm:pt modelId="{40D04A15-698C-4DA1-ADFA-18FBFABC61E9}" type="pres">
      <dgm:prSet presAssocID="{2808BBFE-405A-44A7-A2AF-686588F0F085}" presName="hierRoot1" presStyleCnt="0"/>
      <dgm:spPr/>
    </dgm:pt>
    <dgm:pt modelId="{6510C2E0-1A15-4A2C-8DB2-5807CD63B941}" type="pres">
      <dgm:prSet presAssocID="{2808BBFE-405A-44A7-A2AF-686588F0F085}" presName="composite" presStyleCnt="0"/>
      <dgm:spPr/>
    </dgm:pt>
    <dgm:pt modelId="{31D47530-4150-4C71-8B2C-7C6628F0FA3B}" type="pres">
      <dgm:prSet presAssocID="{2808BBFE-405A-44A7-A2AF-686588F0F085}" presName="background" presStyleLbl="node0" presStyleIdx="2" presStyleCnt="3"/>
      <dgm:spPr/>
    </dgm:pt>
    <dgm:pt modelId="{820812F9-667C-47AD-80DA-0EB5A14A2AEC}" type="pres">
      <dgm:prSet presAssocID="{2808BBFE-405A-44A7-A2AF-686588F0F085}" presName="text" presStyleLbl="fgAcc0" presStyleIdx="2" presStyleCnt="3">
        <dgm:presLayoutVars>
          <dgm:chPref val="3"/>
        </dgm:presLayoutVars>
      </dgm:prSet>
      <dgm:spPr/>
    </dgm:pt>
    <dgm:pt modelId="{438BE272-8104-4DB3-9514-B6F7D7EFDE97}" type="pres">
      <dgm:prSet presAssocID="{2808BBFE-405A-44A7-A2AF-686588F0F085}" presName="hierChild2" presStyleCnt="0"/>
      <dgm:spPr/>
    </dgm:pt>
  </dgm:ptLst>
  <dgm:cxnLst>
    <dgm:cxn modelId="{87994B11-2DBD-410E-A2D5-BDA7C714DCFA}" type="presOf" srcId="{2808BBFE-405A-44A7-A2AF-686588F0F085}" destId="{820812F9-667C-47AD-80DA-0EB5A14A2AEC}" srcOrd="0" destOrd="0" presId="urn:microsoft.com/office/officeart/2005/8/layout/hierarchy1"/>
    <dgm:cxn modelId="{B1464417-5A9A-4176-9829-95C614340F38}" srcId="{8F9635BB-7A61-4FB1-86C3-EDEAAA0ABA5E}" destId="{ECF8ECBE-9C31-4C6B-805E-FE3926A33C33}" srcOrd="1" destOrd="0" parTransId="{E7F5F8B1-F9B4-4CB1-9F95-BB3A11B3D826}" sibTransId="{5BC8370E-A349-4548-8BF7-63368EDA27F9}"/>
    <dgm:cxn modelId="{4A8FCA1F-998F-4ADD-857A-01ECC7593EAD}" srcId="{8F9635BB-7A61-4FB1-86C3-EDEAAA0ABA5E}" destId="{FB701B4A-379C-4C32-BD70-B71332400B5A}" srcOrd="0" destOrd="0" parTransId="{4339E8EC-4277-4C46-B322-62F7B435D313}" sibTransId="{416111C5-D88F-43FF-999D-5580EE68FD51}"/>
    <dgm:cxn modelId="{71E9C55E-A9FA-4C60-91C6-CEEC226000A7}" type="presOf" srcId="{FB701B4A-379C-4C32-BD70-B71332400B5A}" destId="{56A8D1AB-F396-43B7-9FF6-0D1D6895B6CA}" srcOrd="0" destOrd="0" presId="urn:microsoft.com/office/officeart/2005/8/layout/hierarchy1"/>
    <dgm:cxn modelId="{13F6336E-5FFE-4A63-A586-9C7A4F298C54}" type="presOf" srcId="{8F9635BB-7A61-4FB1-86C3-EDEAAA0ABA5E}" destId="{D5D7527D-A728-4852-9A09-7E0DB43BE4BC}" srcOrd="0" destOrd="0" presId="urn:microsoft.com/office/officeart/2005/8/layout/hierarchy1"/>
    <dgm:cxn modelId="{0CCC428E-6BAD-4E67-A54A-15FE57589315}" type="presOf" srcId="{ECF8ECBE-9C31-4C6B-805E-FE3926A33C33}" destId="{4C1FA04D-70FF-4972-A80B-FF14A09B4B8D}" srcOrd="0" destOrd="0" presId="urn:microsoft.com/office/officeart/2005/8/layout/hierarchy1"/>
    <dgm:cxn modelId="{F2C8BBD2-CFEF-4ADE-BA94-0DB40B68681C}" srcId="{8F9635BB-7A61-4FB1-86C3-EDEAAA0ABA5E}" destId="{2808BBFE-405A-44A7-A2AF-686588F0F085}" srcOrd="2" destOrd="0" parTransId="{58CF1855-DEAF-4B68-811B-4F19C9C6748E}" sibTransId="{AFA2D8D3-BB3E-4928-B170-F5A5704DA66F}"/>
    <dgm:cxn modelId="{F679E98C-CF08-42AD-884D-A9297E2D9777}" type="presParOf" srcId="{D5D7527D-A728-4852-9A09-7E0DB43BE4BC}" destId="{2DBA88FA-7709-4CB6-8F0E-A33605B42F87}" srcOrd="0" destOrd="0" presId="urn:microsoft.com/office/officeart/2005/8/layout/hierarchy1"/>
    <dgm:cxn modelId="{B241FFC3-B142-4B34-ABE0-50360EA90915}" type="presParOf" srcId="{2DBA88FA-7709-4CB6-8F0E-A33605B42F87}" destId="{2D04418B-C91C-4D1B-9033-DF791A11B7F2}" srcOrd="0" destOrd="0" presId="urn:microsoft.com/office/officeart/2005/8/layout/hierarchy1"/>
    <dgm:cxn modelId="{A2FE3D1C-1A5F-491E-820E-4E2FCFD90A5F}" type="presParOf" srcId="{2D04418B-C91C-4D1B-9033-DF791A11B7F2}" destId="{85111A91-8CB5-405A-9227-289CF592459F}" srcOrd="0" destOrd="0" presId="urn:microsoft.com/office/officeart/2005/8/layout/hierarchy1"/>
    <dgm:cxn modelId="{E3983EFD-3F3D-4D78-8DCF-3034010409E9}" type="presParOf" srcId="{2D04418B-C91C-4D1B-9033-DF791A11B7F2}" destId="{56A8D1AB-F396-43B7-9FF6-0D1D6895B6CA}" srcOrd="1" destOrd="0" presId="urn:microsoft.com/office/officeart/2005/8/layout/hierarchy1"/>
    <dgm:cxn modelId="{206EDB92-761C-4F1F-8689-0C731D2D4B08}" type="presParOf" srcId="{2DBA88FA-7709-4CB6-8F0E-A33605B42F87}" destId="{269FE20D-AAF9-4C2F-98AC-960C004DA6FD}" srcOrd="1" destOrd="0" presId="urn:microsoft.com/office/officeart/2005/8/layout/hierarchy1"/>
    <dgm:cxn modelId="{7E616D4B-40EE-402C-A472-E413144E045B}" type="presParOf" srcId="{D5D7527D-A728-4852-9A09-7E0DB43BE4BC}" destId="{896C8657-639E-461D-8998-8F8A34A668D4}" srcOrd="1" destOrd="0" presId="urn:microsoft.com/office/officeart/2005/8/layout/hierarchy1"/>
    <dgm:cxn modelId="{8C33C12A-437C-4C55-B515-9F8ECCD74F3F}" type="presParOf" srcId="{896C8657-639E-461D-8998-8F8A34A668D4}" destId="{B91DEF4F-08CE-450A-9E7B-0894F83C03AA}" srcOrd="0" destOrd="0" presId="urn:microsoft.com/office/officeart/2005/8/layout/hierarchy1"/>
    <dgm:cxn modelId="{2957EBA9-E310-47E9-996C-68A8664646BA}" type="presParOf" srcId="{B91DEF4F-08CE-450A-9E7B-0894F83C03AA}" destId="{CE15E6AC-2DC5-4CE6-9FCF-858F051AEFA5}" srcOrd="0" destOrd="0" presId="urn:microsoft.com/office/officeart/2005/8/layout/hierarchy1"/>
    <dgm:cxn modelId="{FFD4B811-FC2D-4E04-A85E-67D32A5B61DD}" type="presParOf" srcId="{B91DEF4F-08CE-450A-9E7B-0894F83C03AA}" destId="{4C1FA04D-70FF-4972-A80B-FF14A09B4B8D}" srcOrd="1" destOrd="0" presId="urn:microsoft.com/office/officeart/2005/8/layout/hierarchy1"/>
    <dgm:cxn modelId="{1D02EEF1-B9F0-4797-8C1D-44BBE51BE9CF}" type="presParOf" srcId="{896C8657-639E-461D-8998-8F8A34A668D4}" destId="{4F2ED33B-688C-46B1-BD99-C3B2841FE8AF}" srcOrd="1" destOrd="0" presId="urn:microsoft.com/office/officeart/2005/8/layout/hierarchy1"/>
    <dgm:cxn modelId="{675CDF9D-F49C-4709-84D2-47934FADAE6D}" type="presParOf" srcId="{D5D7527D-A728-4852-9A09-7E0DB43BE4BC}" destId="{40D04A15-698C-4DA1-ADFA-18FBFABC61E9}" srcOrd="2" destOrd="0" presId="urn:microsoft.com/office/officeart/2005/8/layout/hierarchy1"/>
    <dgm:cxn modelId="{FA8B60EE-45A6-4012-806F-361DF51D773E}" type="presParOf" srcId="{40D04A15-698C-4DA1-ADFA-18FBFABC61E9}" destId="{6510C2E0-1A15-4A2C-8DB2-5807CD63B941}" srcOrd="0" destOrd="0" presId="urn:microsoft.com/office/officeart/2005/8/layout/hierarchy1"/>
    <dgm:cxn modelId="{8BAAA542-77E5-4808-A7DE-39B15C4C5FED}" type="presParOf" srcId="{6510C2E0-1A15-4A2C-8DB2-5807CD63B941}" destId="{31D47530-4150-4C71-8B2C-7C6628F0FA3B}" srcOrd="0" destOrd="0" presId="urn:microsoft.com/office/officeart/2005/8/layout/hierarchy1"/>
    <dgm:cxn modelId="{1486AD92-3A4C-4BEB-9ABB-55D29D4B4995}" type="presParOf" srcId="{6510C2E0-1A15-4A2C-8DB2-5807CD63B941}" destId="{820812F9-667C-47AD-80DA-0EB5A14A2AEC}" srcOrd="1" destOrd="0" presId="urn:microsoft.com/office/officeart/2005/8/layout/hierarchy1"/>
    <dgm:cxn modelId="{07EE99FE-D3D2-45BF-AE54-12F92CD02AC8}" type="presParOf" srcId="{40D04A15-698C-4DA1-ADFA-18FBFABC61E9}" destId="{438BE272-8104-4DB3-9514-B6F7D7EFDE9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7C5F44-1AC3-4BDE-ACC2-10A750B970E9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99A53F-CE80-4755-B518-1CB841739981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Szenzorokkal</a:t>
          </a:r>
          <a:r>
            <a:rPr lang="en-US" sz="2400" kern="1200" dirty="0"/>
            <a:t> </a:t>
          </a:r>
          <a:r>
            <a:rPr lang="en-US" sz="2400" kern="1200" dirty="0" err="1"/>
            <a:t>működik</a:t>
          </a:r>
          <a:endParaRPr lang="en-US" sz="2400" kern="1200" dirty="0"/>
        </a:p>
      </dsp:txBody>
      <dsp:txXfrm>
        <a:off x="298991" y="1277365"/>
        <a:ext cx="2219346" cy="1377989"/>
      </dsp:txXfrm>
    </dsp:sp>
    <dsp:sp modelId="{6BA6C38F-3D20-498D-A245-4E1029824639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6E248-7326-4DEC-86CE-5ABA6AB1795A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Figyeli</a:t>
          </a:r>
          <a:r>
            <a:rPr lang="en-US" sz="2400" kern="1200" dirty="0"/>
            <a:t> </a:t>
          </a:r>
          <a:r>
            <a:rPr lang="en-US" sz="2400" kern="1200" dirty="0" err="1"/>
            <a:t>az</a:t>
          </a:r>
          <a:r>
            <a:rPr lang="en-US" sz="2400" kern="1200" dirty="0"/>
            <a:t> </a:t>
          </a:r>
          <a:r>
            <a:rPr lang="en-US" sz="2400" kern="1200" dirty="0" err="1"/>
            <a:t>alvást</a:t>
          </a:r>
          <a:endParaRPr lang="en-US" sz="2400" kern="1200" dirty="0"/>
        </a:p>
      </dsp:txBody>
      <dsp:txXfrm>
        <a:off x="3116322" y="1277365"/>
        <a:ext cx="2219346" cy="1377989"/>
      </dsp:txXfrm>
    </dsp:sp>
    <dsp:sp modelId="{5BB0E6C4-6141-48D8-8236-2EFFDF0D9C96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45B92-458A-47F5-889F-51D79943F416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Mobil </a:t>
          </a:r>
          <a:r>
            <a:rPr lang="en-US" sz="2400" kern="1200" dirty="0" err="1"/>
            <a:t>applikációval</a:t>
          </a:r>
          <a:r>
            <a:rPr lang="en-US" sz="2400" kern="1200" dirty="0"/>
            <a:t> </a:t>
          </a:r>
          <a:r>
            <a:rPr lang="en-US" sz="2400" kern="1200" dirty="0" err="1"/>
            <a:t>használható</a:t>
          </a:r>
          <a:endParaRPr lang="en-US" sz="2400" kern="1200" dirty="0"/>
        </a:p>
      </dsp:txBody>
      <dsp:txXfrm>
        <a:off x="5933653" y="1277365"/>
        <a:ext cx="2219346" cy="13779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111A91-8CB5-405A-9227-289CF592459F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8D1AB-F396-43B7-9FF6-0D1D6895B6CA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 </a:t>
          </a:r>
          <a:r>
            <a:rPr lang="en-US" sz="2400" kern="1200" dirty="0" err="1"/>
            <a:t>weboldal</a:t>
          </a:r>
          <a:r>
            <a:rPr lang="en-US" sz="2400" kern="1200" dirty="0"/>
            <a:t> </a:t>
          </a:r>
          <a:r>
            <a:rPr lang="en-US" sz="2400" kern="1200" dirty="0" err="1"/>
            <a:t>célja</a:t>
          </a:r>
          <a:r>
            <a:rPr lang="en-US" sz="2400" kern="1200" dirty="0"/>
            <a:t> </a:t>
          </a:r>
          <a:r>
            <a:rPr lang="en-US" sz="2400" kern="1200" dirty="0" err="1"/>
            <a:t>az</a:t>
          </a:r>
          <a:r>
            <a:rPr lang="en-US" sz="2400" kern="1200" dirty="0"/>
            <a:t> </a:t>
          </a:r>
          <a:r>
            <a:rPr lang="en-US" sz="2400" kern="1200" dirty="0" err="1"/>
            <a:t>okospárna</a:t>
          </a:r>
          <a:r>
            <a:rPr lang="en-US" sz="2400" kern="1200" dirty="0"/>
            <a:t> </a:t>
          </a:r>
          <a:r>
            <a:rPr lang="en-US" sz="2400" kern="1200" dirty="0" err="1"/>
            <a:t>bemutatása</a:t>
          </a:r>
          <a:endParaRPr lang="en-US" sz="2400" kern="1200" dirty="0"/>
        </a:p>
      </dsp:txBody>
      <dsp:txXfrm>
        <a:off x="298991" y="1277365"/>
        <a:ext cx="2219346" cy="1377989"/>
      </dsp:txXfrm>
    </dsp:sp>
    <dsp:sp modelId="{CE15E6AC-2DC5-4CE6-9FCF-858F051AEFA5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FA04D-70FF-4972-A80B-FF14A09B4B8D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Célcsoport</a:t>
          </a:r>
          <a:r>
            <a:rPr lang="en-US" sz="2400" kern="1200" dirty="0"/>
            <a:t>: </a:t>
          </a:r>
          <a:r>
            <a:rPr lang="en-US" sz="2400" kern="1200" dirty="0" err="1"/>
            <a:t>rosszul</a:t>
          </a:r>
          <a:r>
            <a:rPr lang="en-US" sz="2400" kern="1200" dirty="0"/>
            <a:t> </a:t>
          </a:r>
          <a:r>
            <a:rPr lang="en-US" sz="2400" kern="1200" dirty="0" err="1"/>
            <a:t>alvók</a:t>
          </a:r>
          <a:r>
            <a:rPr lang="en-US" sz="2400" kern="1200" dirty="0"/>
            <a:t>, </a:t>
          </a:r>
          <a:r>
            <a:rPr lang="en-US" sz="2400" kern="1200" dirty="0" err="1"/>
            <a:t>stresszes</a:t>
          </a:r>
          <a:r>
            <a:rPr lang="en-US" sz="2400" kern="1200" dirty="0"/>
            <a:t> </a:t>
          </a:r>
          <a:r>
            <a:rPr lang="en-US" sz="2400" kern="1200" dirty="0" err="1"/>
            <a:t>emberek</a:t>
          </a:r>
          <a:endParaRPr lang="en-US" sz="2400" kern="1200" dirty="0"/>
        </a:p>
      </dsp:txBody>
      <dsp:txXfrm>
        <a:off x="3116322" y="1277365"/>
        <a:ext cx="2219346" cy="1377989"/>
      </dsp:txXfrm>
    </dsp:sp>
    <dsp:sp modelId="{31D47530-4150-4C71-8B2C-7C6628F0FA3B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812F9-667C-47AD-80DA-0EB5A14A2AEC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 dirty="0"/>
            <a:t>A termék megrendelésének lehetősége</a:t>
          </a:r>
          <a:endParaRPr lang="en-US" sz="2400" kern="1200" dirty="0"/>
        </a:p>
      </dsp:txBody>
      <dsp:txXfrm>
        <a:off x="5933653" y="1277365"/>
        <a:ext cx="2219346" cy="1377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F635C-22A1-4346-A2E9-074F902953F7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50245-88D0-4AE0-B7FA-99391D9CB2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4730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50245-88D0-4AE0-B7FA-99391D9CB245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5702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4947184" cy="3268520"/>
          </a:xfrm>
        </p:spPr>
        <p:txBody>
          <a:bodyPr>
            <a:normAutofit/>
          </a:bodyPr>
          <a:lstStyle/>
          <a:p>
            <a:pPr algn="r"/>
            <a:r>
              <a:rPr lang="hu-HU" dirty="0" err="1">
                <a:solidFill>
                  <a:srgbClr val="FFFFFF"/>
                </a:solidFill>
              </a:rPr>
              <a:t>DreamSmartX</a:t>
            </a:r>
            <a:r>
              <a:rPr lang="hu-HU" dirty="0">
                <a:solidFill>
                  <a:srgbClr val="FFFFFF"/>
                </a:solidFill>
              </a:rPr>
              <a:t> okospárna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lcím 3">
            <a:extLst>
              <a:ext uri="{FF2B5EF4-FFF2-40B4-BE49-F238E27FC236}">
                <a16:creationId xmlns:a16="http://schemas.microsoft.com/office/drawing/2014/main" id="{4BAF5E60-8B89-C498-A6B8-2E9A629A7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905" y="4797188"/>
            <a:ext cx="4538427" cy="1241828"/>
          </a:xfrm>
        </p:spPr>
        <p:txBody>
          <a:bodyPr>
            <a:normAutofit/>
          </a:bodyPr>
          <a:lstStyle/>
          <a:p>
            <a:pPr algn="r"/>
            <a:endParaRPr lang="hu-HU" dirty="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98F6726-92A4-7C5A-E7EB-79B7A922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r>
              <a:rPr lang="hu-HU" dirty="0">
                <a:solidFill>
                  <a:srgbClr val="FFFFFF"/>
                </a:solidFill>
              </a:rPr>
              <a:t>Miről lesz szó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6B55906-E473-3632-C663-DACBFC600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hu-HU" sz="2800" dirty="0"/>
              <a:t>Mi az okospárna</a:t>
            </a:r>
          </a:p>
          <a:p>
            <a:r>
              <a:rPr lang="hu-HU" sz="2800" dirty="0"/>
              <a:t>A weboldal célja</a:t>
            </a:r>
          </a:p>
          <a:p>
            <a:r>
              <a:rPr lang="hu-HU" sz="2800" dirty="0"/>
              <a:t>A weboldal felépítése</a:t>
            </a:r>
          </a:p>
          <a:p>
            <a:r>
              <a:rPr lang="hu-HU" sz="2800" dirty="0"/>
              <a:t>Weboldal funkciói</a:t>
            </a:r>
          </a:p>
          <a:p>
            <a:r>
              <a:rPr lang="hu-HU" sz="2800" dirty="0"/>
              <a:t>Rendelési oldal</a:t>
            </a:r>
          </a:p>
          <a:p>
            <a:r>
              <a:rPr lang="hu-HU" sz="2800" dirty="0"/>
              <a:t>összegzés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6C933E9A-7C3C-FC8D-6BB4-83D3F2D4BF4C}"/>
              </a:ext>
            </a:extLst>
          </p:cNvPr>
          <p:cNvSpPr txBox="1"/>
          <p:nvPr/>
        </p:nvSpPr>
        <p:spPr>
          <a:xfrm>
            <a:off x="8067003" y="6125518"/>
            <a:ext cx="626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410542285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hu-HU" dirty="0">
                <a:solidFill>
                  <a:srgbClr val="FFFFFF"/>
                </a:solidFill>
              </a:rPr>
              <a:t>Mi az okospárna?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7279A2-9D61-3F07-6597-469CB3E2EE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863164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zövegdoboz 3">
            <a:extLst>
              <a:ext uri="{FF2B5EF4-FFF2-40B4-BE49-F238E27FC236}">
                <a16:creationId xmlns:a16="http://schemas.microsoft.com/office/drawing/2014/main" id="{4BF9964C-2F0A-0464-4CCB-A4CCA285310F}"/>
              </a:ext>
            </a:extLst>
          </p:cNvPr>
          <p:cNvSpPr txBox="1"/>
          <p:nvPr/>
        </p:nvSpPr>
        <p:spPr>
          <a:xfrm>
            <a:off x="8067003" y="6125518"/>
            <a:ext cx="626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2/7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hu-HU" dirty="0">
                <a:solidFill>
                  <a:srgbClr val="FFFFFF"/>
                </a:solidFill>
              </a:rPr>
              <a:t>A weboldal célja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A0DE56-8071-E894-886E-AFB32A1DCD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81671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zövegdoboz 3">
            <a:extLst>
              <a:ext uri="{FF2B5EF4-FFF2-40B4-BE49-F238E27FC236}">
                <a16:creationId xmlns:a16="http://schemas.microsoft.com/office/drawing/2014/main" id="{DF9ADDB7-9A7B-17FC-857B-220B7E8F1950}"/>
              </a:ext>
            </a:extLst>
          </p:cNvPr>
          <p:cNvSpPr txBox="1"/>
          <p:nvPr/>
        </p:nvSpPr>
        <p:spPr>
          <a:xfrm>
            <a:off x="8067003" y="6125518"/>
            <a:ext cx="626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3/7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hu-HU" dirty="0">
                <a:solidFill>
                  <a:srgbClr val="FFFFFF"/>
                </a:solidFill>
              </a:rPr>
              <a:t>Weboldal felépítése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hu-HU" sz="2800" dirty="0"/>
              <a:t>Navigációs menü</a:t>
            </a:r>
          </a:p>
          <a:p>
            <a:r>
              <a:rPr lang="hu-HU" sz="2800" dirty="0"/>
              <a:t>Termék története</a:t>
            </a:r>
          </a:p>
          <a:p>
            <a:r>
              <a:rPr lang="hu-HU" sz="2800" dirty="0"/>
              <a:t>Termék bemutatása</a:t>
            </a:r>
          </a:p>
          <a:p>
            <a:r>
              <a:rPr lang="hu-HU" sz="2800" dirty="0"/>
              <a:t>Funkciók</a:t>
            </a:r>
          </a:p>
          <a:p>
            <a:r>
              <a:rPr lang="hu-HU" sz="2800" dirty="0"/>
              <a:t>Összehasonlítás</a:t>
            </a:r>
          </a:p>
          <a:p>
            <a:r>
              <a:rPr lang="hu-HU" sz="2800" dirty="0"/>
              <a:t>Rendelés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63E3CFB-2CFF-0837-7970-347899ED42A7}"/>
              </a:ext>
            </a:extLst>
          </p:cNvPr>
          <p:cNvSpPr txBox="1"/>
          <p:nvPr/>
        </p:nvSpPr>
        <p:spPr>
          <a:xfrm>
            <a:off x="8067003" y="6125518"/>
            <a:ext cx="626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4/7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r>
              <a:rPr lang="hu-HU" dirty="0">
                <a:solidFill>
                  <a:srgbClr val="FFFFFF"/>
                </a:solidFill>
              </a:rPr>
              <a:t>A weboldal funkciói</a:t>
            </a:r>
          </a:p>
        </p:txBody>
      </p:sp>
      <p:sp>
        <p:nvSpPr>
          <p:cNvPr id="58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hu-HU" sz="2800" dirty="0"/>
              <a:t>Gyors navigáció</a:t>
            </a:r>
          </a:p>
          <a:p>
            <a:r>
              <a:rPr lang="hu-HU" sz="2800" dirty="0"/>
              <a:t>Menüpontok: történet, termék, funkciók, rendelés</a:t>
            </a:r>
          </a:p>
          <a:p>
            <a:r>
              <a:rPr lang="hu-HU" sz="2800" dirty="0"/>
              <a:t>Egy külön rendelési oldal</a:t>
            </a:r>
          </a:p>
          <a:p>
            <a:r>
              <a:rPr lang="hu-HU" sz="2800" dirty="0"/>
              <a:t>Egyszerű és lényegre törő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2C9E74A5-FE37-3D44-6549-7E6F39C3333F}"/>
              </a:ext>
            </a:extLst>
          </p:cNvPr>
          <p:cNvSpPr txBox="1"/>
          <p:nvPr/>
        </p:nvSpPr>
        <p:spPr>
          <a:xfrm>
            <a:off x="8067003" y="6125518"/>
            <a:ext cx="626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5/7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FFFFFF"/>
                </a:solidFill>
              </a:rPr>
              <a:t>Rendelési</a:t>
            </a:r>
            <a:r>
              <a:rPr lang="hu-HU" sz="3500" dirty="0">
                <a:solidFill>
                  <a:srgbClr val="FFFFFF"/>
                </a:solidFill>
              </a:rPr>
              <a:t> </a:t>
            </a:r>
            <a:r>
              <a:rPr lang="hu-HU" dirty="0">
                <a:solidFill>
                  <a:srgbClr val="FFFFFF"/>
                </a:solidFill>
              </a:rPr>
              <a:t>oldal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hu-HU" dirty="0"/>
              <a:t>Rendeléshez szükséges adatok bekérése</a:t>
            </a:r>
          </a:p>
          <a:p>
            <a:r>
              <a:rPr lang="hu-HU" dirty="0"/>
              <a:t>Három féle fizetési mód</a:t>
            </a:r>
          </a:p>
          <a:p>
            <a:r>
              <a:rPr lang="hu-HU" dirty="0"/>
              <a:t>Könnyen átlátható</a:t>
            </a:r>
            <a:endParaRPr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4E72556-9364-62E5-C0E9-FDCD4BD60051}"/>
              </a:ext>
            </a:extLst>
          </p:cNvPr>
          <p:cNvSpPr txBox="1"/>
          <p:nvPr/>
        </p:nvSpPr>
        <p:spPr>
          <a:xfrm>
            <a:off x="8067003" y="6125518"/>
            <a:ext cx="626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6/7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FFFFFF"/>
                </a:solidFill>
              </a:rPr>
              <a:t>Összegzés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hu-HU" dirty="0"/>
              <a:t>Weboldal előnye:</a:t>
            </a:r>
          </a:p>
          <a:p>
            <a:pPr lvl="2"/>
            <a:r>
              <a:rPr lang="hu-HU" sz="2800" dirty="0"/>
              <a:t>Rövid, de informatív</a:t>
            </a:r>
          </a:p>
          <a:p>
            <a:pPr lvl="2"/>
            <a:r>
              <a:rPr lang="hu-HU" sz="2800" dirty="0"/>
              <a:t>Könnyen használható</a:t>
            </a:r>
          </a:p>
          <a:p>
            <a:pPr lvl="2"/>
            <a:r>
              <a:rPr lang="hu-HU" sz="2800" dirty="0"/>
              <a:t>Összehasonlítás </a:t>
            </a:r>
          </a:p>
          <a:p>
            <a:pPr lvl="2"/>
            <a:r>
              <a:rPr lang="hu-HU" sz="2800" dirty="0"/>
              <a:t>Látványos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4F97EAD-8BCB-1EE9-70E3-2667F52DA649}"/>
              </a:ext>
            </a:extLst>
          </p:cNvPr>
          <p:cNvSpPr txBox="1"/>
          <p:nvPr/>
        </p:nvSpPr>
        <p:spPr>
          <a:xfrm>
            <a:off x="8067003" y="6125518"/>
            <a:ext cx="626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7/7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4947184" cy="3268520"/>
          </a:xfrm>
        </p:spPr>
        <p:txBody>
          <a:bodyPr>
            <a:normAutofit/>
          </a:bodyPr>
          <a:lstStyle/>
          <a:p>
            <a:pPr algn="r"/>
            <a:r>
              <a:rPr lang="hu-HU" dirty="0">
                <a:solidFill>
                  <a:srgbClr val="FFFFFF"/>
                </a:solidFill>
              </a:rPr>
              <a:t>Köszönjük a figyelmet!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120</Words>
  <Application>Microsoft Office PowerPoint</Application>
  <PresentationFormat>Diavetítés a képernyőre (4:3 oldalarány)</PresentationFormat>
  <Paragraphs>47</Paragraphs>
  <Slides>9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DreamSmartX okospárna</vt:lpstr>
      <vt:lpstr>Miről lesz szó</vt:lpstr>
      <vt:lpstr>Mi az okospárna?</vt:lpstr>
      <vt:lpstr>A weboldal célja</vt:lpstr>
      <vt:lpstr>Weboldal felépítése</vt:lpstr>
      <vt:lpstr>A weboldal funkciói</vt:lpstr>
      <vt:lpstr>Rendelési oldal</vt:lpstr>
      <vt:lpstr>Összegzés</vt:lpstr>
      <vt:lpstr>Köszönjük a figyelmet!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Gergő</dc:creator>
  <cp:keywords/>
  <dc:description>generated using python-pptx</dc:description>
  <cp:lastModifiedBy>Babosgergo2008@sulid.hu</cp:lastModifiedBy>
  <cp:revision>5</cp:revision>
  <dcterms:created xsi:type="dcterms:W3CDTF">2013-01-27T09:14:16Z</dcterms:created>
  <dcterms:modified xsi:type="dcterms:W3CDTF">2026-03-18T18:21:06Z</dcterms:modified>
  <cp:category/>
</cp:coreProperties>
</file>